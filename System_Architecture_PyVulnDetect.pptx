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E2E8F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  <a:latin typeface="Calibri"/>
              </a:defRPr>
            </a:pPr>
            <a:r>
              <a:t>Python Vulnerability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System Architecture &amp;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114800"/>
            <a:ext cx="274320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297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Project: PyVulnDetect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617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Version: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Date: March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📋  High-Level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698480" cy="1280160"/>
          </a:xfrm>
          <a:prstGeom prst="roundRect">
            <a:avLst/>
          </a:prstGeom>
          <a:solidFill>
            <a:srgbClr val="15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This project is a full-stack AI-powered security tool that detects vulnerabilities in Python source code using a hybrid approach: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2E8F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✦  Rule-based pattern detectors  (9 specialized scanners for known vulnerability patterns)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✦  Graph Neural Network (GNN)  ML model  (learns vulnerability patterns from code structure)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✦  AI Chatbot  powered by Google Gemini 2.0  (explains vulnerabilities in natural language)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9659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1691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React 18 + Vite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Code Editor, File Upload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Results Panel, Reports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AI Chatbot,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697480"/>
            <a:ext cx="19659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749040"/>
            <a:ext cx="1691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FastAPI + Uvicorn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REST + WebSocket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Rate Limiting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API Key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2697480"/>
            <a:ext cx="19659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Core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3749040"/>
            <a:ext cx="1691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AST Parser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Graph Builder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Taint Analyzer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Sanitizer Detector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3176" y="2697480"/>
            <a:ext cx="19659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Detectors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3749040"/>
            <a:ext cx="1691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9 Rule-Based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SQL Injection, XSS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Command Injection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Deserialization, etc.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2697480"/>
            <a:ext cx="19659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8346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3337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GNN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3749040"/>
            <a:ext cx="1691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Graph Attention Net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3 Layers × 4 Heads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Attention Pooling</a:t>
            </a:r>
          </a:p>
          <a:p>
            <a:pPr algn="ctr"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7-Class Classifier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734056" y="3977640"/>
            <a:ext cx="164592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4864608" y="3977640"/>
            <a:ext cx="164592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995160" y="3977640"/>
            <a:ext cx="164592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9125712" y="3977640"/>
            <a:ext cx="164592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🏗️  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21031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👤 User / Browser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1600200"/>
            <a:ext cx="457200" cy="32004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965960"/>
            <a:ext cx="9418320" cy="9144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🎨 Frontend — React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App.jsx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CodeEditor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FileUpload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9824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ResultsPanel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ReportsPage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2377440"/>
            <a:ext cx="11430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Settings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852160" y="2926080"/>
            <a:ext cx="457200" cy="27432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REST + WebSocket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246120"/>
            <a:ext cx="9418320" cy="3200400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⚙️ Backend — FastAPI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365760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🔒 API Key Auth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65760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Rate Limiter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65760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Validators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3657600"/>
            <a:ext cx="16459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REST Routes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657600"/>
            <a:ext cx="128016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703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3657600"/>
            <a:ext cx="10058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3703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Chat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📐 Core Analysis Pipeline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45920" y="443484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0" y="4480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AST Parser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43484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27248" y="4480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Graph Builder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08576" y="443484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8576" y="4480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9904" y="443484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4480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Taint Analyzer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71232" y="443484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2" y="4480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Sanitizer Det.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443484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4480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Severity Adj.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🔍 Rule-Based Detectors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45920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20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Eval/Exec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33472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33472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Cmd Injection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21024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21024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SQLi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08576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08576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XSS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96128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96128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Deserialize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Secrets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71232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71232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Crypto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58784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8784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XXE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46336" y="5166360"/>
            <a:ext cx="8686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46336" y="52120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ReDoS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459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🤖 GNN Model + Explainability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645920" y="585216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45920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Input Projection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127248" y="585216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27248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Graph Attention (3×4)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08576" y="585216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08576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Attention Pooling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89904" y="585216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89904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Classifier (7-class)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71232" y="585216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1232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Attention Mapper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52560" y="5852160"/>
            <a:ext cx="13258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52560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Highlighter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86800" y="5852160"/>
            <a:ext cx="20116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0" y="5897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☁️ OpenRouter / Gemini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🔄  Data Flow — Scan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Paste code or upload .py files via React frontend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187452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46304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Key verification + Rate limiting + Input validation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26480" y="187452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46304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AST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Python ast module parses source into Abstract Syntax Tree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06840" y="187452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146304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Graph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874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Transform AST into Code Property Graph with 128-dim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0896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t>Taint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Track untrusted data flow from sources to dangerous sinks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246120" y="361188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9000" y="310896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0440" y="32004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t>Sanitizers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Detect existing security mitigations (validation, encoding)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26480" y="361188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0" y="310896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Detectors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rule-based detectors scan for known vulnerability patterns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006840" y="361188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89720" y="310896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81160" y="3200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Severity Adj.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Cross-reference detections with sanitizers and taint paths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84632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GNN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49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Graph Attention Network classifies graph into 7 vuln classes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246120" y="534924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29000" y="484632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520440" y="493776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764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Combine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349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Final = (Rule × 0.7) + (ML × 0.3), threshold filtering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126480" y="534924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09360" y="484632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00800" y="4937760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Calibri"/>
              </a:defRPr>
            </a:pPr>
            <a:r>
              <a:t>Highlight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349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Map GNN attention weights to source code line highlights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9006840" y="5349240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89720" y="484632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81160" y="493776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3836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5349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Return JSON with vulnerabilities, confidence, affected 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📐  Steps 1–4: Input → Parsing → Graph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60019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2588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984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User pastes Python code into CodeEditor.jsx or uploads .py files via FileUpload.jsx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Frontend sends code to backend via POST /api/v1/analyze (REST) or WebSocket for real-time analysis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Supports single file analysis, batch analysis, and file upload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79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79"/>
            <a:ext cx="54864" cy="160019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063239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3580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Security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79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API Key Auth (auth.py) — validates X-API-Key header on every request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Rate Limiter (rate_limiter.py) — prevents abuse via SlowAPI (configurable per endpoint)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Input Validators (validators.py) — sanitizes filenames, checks file size, validates .py extension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38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38"/>
            <a:ext cx="54864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800598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7316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AST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2063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ASTParser (ast_parser.py) uses Python's built-in ast module to parse source into an Abstract Syntax Tree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Each node (function call, assignment, import, etc.) becomes a structured node for downstream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080758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6080758"/>
            <a:ext cx="54864" cy="160019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6217918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619048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Graph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537958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GraphBuilder (graph_builder.py) transforms AST into a Code Property Graph (CPG)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Contains: Control flow edges, Data flow edges, Call edges, and 128-dim node feature embeddings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EmbeddingGenerator creates numerical representations of each code 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🔍  Steps 5–7: Analysis →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6001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2588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984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Taint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TaintAnalyzer (taint_analyzer.py) tracks how untrusted data flows through the code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Identifies sources (user input, network, file reads) and sinks (eval, exec, SQL, system commands)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Maps complete source → sink paths that represent exploitable vulnerabilities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79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79"/>
            <a:ext cx="54864" cy="16001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063239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3580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Sanitizer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79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SanitizerDetector (sanitizer_detector.py) identifies existing security mitigations in the code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Checks for: input validation, parameterized queries, HTML escaping, type checks, whitelists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Found sanitizers reduce vulnerability severity in the adjustment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38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38"/>
            <a:ext cx="54864" cy="16001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80059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7316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Rule-Based Detection (9 Detectors)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20638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Critical: eval()/exec() injection, Command injection (os.system, subprocess), Unsafe deserialization (pickle)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High: Hardcoded secrets (API keys, passwords), XXE attacks, XSS, Logic flaws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Medium: Insecure cryptography (MD5, SHA1, weak ciphers), ReDoS (regex denial of service)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🤖  Steps 8–10: Adjustment → ML → Combination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6001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258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984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Severity Adjustment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SeverityAdjuster (severity_adjuster.py) cross-references detections with sanitizers and taint paths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Fully mitigated vulnerability → marked SAFE (skipped from results)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Partially sanitized taint path → severity reduced; No taint path → severity lowered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79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79"/>
            <a:ext cx="54864" cy="16001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06323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3580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GNN Model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79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VulnerabilityGNN (gnn_model.py): Input Projection (128→256 dim) → Multi-Head Graph Attention (3 layers × 4 heads)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Global Attention Pooling aggregates node features into a single graph embedding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Classification Head outputs probabilities for 7 vulnerability classes; pretrained weights in vulnerability_gnn.pt (~10MB)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38"/>
            <a:ext cx="10698480" cy="160019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38"/>
            <a:ext cx="54864" cy="16001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800598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7316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Result Combination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20638"/>
            <a:ext cx="9601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Formula: Final Confidence = (Rule-Based × 0.70) + (ML Model × 0.30)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Vulnerabilities above the confidence threshold are reported; ML-only detections require &gt;80% confidence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Results sorted by confidence (highest first); combined with affected lines, remediation tips, taint paths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💡  Steps 11–12: Explainability →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9202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920239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325880"/>
            <a:ext cx="411480" cy="41148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984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Explainability &amp;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GNN attention weights are used to highlight the most suspicious code lines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AttentionMapper (attention_mapper.py) maps node attention to code regions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Highlighter (highlighter.py) generates highlighted line data with importance scores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Frontend renders these via ResultsPanel and TraceVisualizer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19"/>
            <a:ext cx="10698480" cy="19202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46119"/>
            <a:ext cx="54864" cy="192023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383279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5584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AI Chatbot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03319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Users can ask the AI Assistant (FloatingChatBot.jsx) to explain any detected vulnerability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Backend chat.py forwards the conversation to OpenRouter API (Google Gemini 2.0 Flash)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Supports multi-turn discussions with full vulnerability context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Provides natural-language explanations: why it's dangerous, how to exploit, how to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398"/>
            <a:ext cx="10698480" cy="1463040"/>
          </a:xfrm>
          <a:prstGeom prst="roundRect">
            <a:avLst/>
          </a:prstGeom>
          <a:solidFill>
            <a:srgbClr val="151D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📦  Final JSON Response Includes: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94359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is_vulnerable (boolean)     • overall_confidence (0-1)     • label (VULNERABLE / SAFE)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vulnerabilities[] — type, confidence, severity, description, remediation, affected_lines, code_snippet, mitigations, taint_path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ml_predictions — per-class probabilities     • highlighted_lines[] — line, score, content     • stats — nodes, edges, LOC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🔍  Rule-Based Vulnerability Detectors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4114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Detector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80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Detection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280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457200"/>
          </a:xfrm>
          <a:prstGeom prst="roundRect">
            <a:avLst/>
          </a:prstGeom>
          <a:solidFill>
            <a:srgbClr val="172236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64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eval_exec.py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64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Eval/Exec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7647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eval(), exec() with 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764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● 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9456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67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command_injection.py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67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Command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2677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os.system(), subprocess with shell=True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● CRITICAL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97480"/>
            <a:ext cx="10698480" cy="457200"/>
          </a:xfrm>
          <a:prstGeom prst="roundRect">
            <a:avLst/>
          </a:prstGeom>
          <a:solidFill>
            <a:srgbClr val="172236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deserialization.py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Unsafe Deserialization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706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pickle.loads(), unsafe YAML loading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● CRITICAL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040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73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hardcoded_secrets.py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273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Hardcoded Secrets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735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keys, passwords, tokens in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10698480" cy="457200"/>
          </a:xfrm>
          <a:prstGeom prst="roundRect">
            <a:avLst/>
          </a:prstGeom>
          <a:solidFill>
            <a:srgbClr val="172236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76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xss_detector.py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776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Cross-Site Scripting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7764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Unescaped user input in HTML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776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0624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79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xxe.py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279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XML External 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2793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XML parsing without disabling entities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279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709160"/>
            <a:ext cx="10698480" cy="457200"/>
          </a:xfrm>
          <a:prstGeom prst="roundRect">
            <a:avLst/>
          </a:prstGeom>
          <a:solidFill>
            <a:srgbClr val="172236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782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logic_flaws.py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782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Logic Flaws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7823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Authentication bypass, access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782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21208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285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cryptography.py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285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Insecure Cryptography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52852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MD5, SHA1, weak ciphers, small keys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715000"/>
            <a:ext cx="10698480" cy="457200"/>
          </a:xfrm>
          <a:prstGeom prst="roundRect">
            <a:avLst/>
          </a:prstGeom>
          <a:solidFill>
            <a:srgbClr val="172236"/>
          </a:solidFill>
          <a:ln w="12700">
            <a:solidFill>
              <a:srgbClr val="2A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788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redos.py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788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ReDoS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7881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Regex patterns vulnerable to 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788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● MEDIUM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🤖  GNN 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VulnerabilityGNN — Multi-Head Graph Attention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Python .py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007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AST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Function calls,</a:t>
            </a:r>
            <a:br/>
            <a:r>
              <a:t>assignments,</a:t>
            </a:r>
            <a:br/>
            <a:r>
              <a:t>imports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23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Code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Control flow +</a:t>
            </a:r>
            <a:br/>
            <a:r>
              <a:t>Data flow +</a:t>
            </a:r>
            <a:br/>
            <a:r>
              <a:t>Call edges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439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Node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128-dim</a:t>
            </a:r>
            <a:br/>
            <a:r>
              <a:t>embeddings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155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Input Project.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128 → 256</a:t>
            </a:r>
            <a:br/>
            <a:r>
              <a:t>dimensional</a:t>
            </a:r>
            <a:br/>
            <a:r>
              <a:t>linear layer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871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Graph Attn.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layers</a:t>
            </a:r>
            <a:br/>
            <a:r>
              <a:t>× 4 heads</a:t>
            </a:r>
            <a:br/>
            <a:r>
              <a:t>GAT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5587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868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Attn. Pooling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Weighted</a:t>
            </a:r>
            <a:br/>
            <a:r>
              <a:t>node</a:t>
            </a:r>
            <a:br/>
            <a:r>
              <a:t>aggregation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930384" y="2743200"/>
            <a:ext cx="11887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58400" y="1828800"/>
            <a:ext cx="12344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19202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2E8F0"/>
                </a:solidFill>
                <a:latin typeface="Calibri"/>
              </a:defRPr>
            </a:pPr>
            <a:r>
              <a:t>🏷️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23774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Classifier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788920"/>
            <a:ext cx="1143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7-class</a:t>
            </a:r>
            <a:br/>
            <a:r>
              <a:t>softmax</a:t>
            </a:r>
            <a:br/>
            <a: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Output: 7 Vulnerability Classes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eval_exec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04288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04288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command_injection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77056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77056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sql_injection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49824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9824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xss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22592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deserialization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hardcoded_secrets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68128" y="4663440"/>
            <a:ext cx="14173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68128" y="47091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onsolas"/>
              </a:defRPr>
            </a:pPr>
            <a:r>
              <a:t>safe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86000" y="5212080"/>
            <a:ext cx="7589520" cy="548640"/>
          </a:xfrm>
          <a:prstGeom prst="roundRect">
            <a:avLst/>
          </a:prstGeom>
          <a:solidFill>
            <a:srgbClr val="15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0" y="53035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onsolas"/>
              </a:defRPr>
            </a:pPr>
            <a:r>
              <a:t>Final Confidence  =  ( Rule-Based × 0.70 )  +  ( ML Model × 0.30 )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⚡ 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07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React 18, Vite, Vanilla CSS (glassmorphism theme)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07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FastAPI, Uvicorn, Python 3.x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028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ML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PyTorch, torch-scatter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24028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13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GNN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Multi-Head Graph Attention Network (GAT), 3 layers × 4 heads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19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319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OpenRouter API → Google Gemini 2.0 Flash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4612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319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19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SlowAPI rate limiting, API key auth, input sanitization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5196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325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25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REST API (HTTP), WebSocket (real-time analysis)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25196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325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325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Data Format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JSON API responses, Pydantic schemas for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25780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30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330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Model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.pt serialized PyTorch state dict (~10 MB)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257800"/>
            <a:ext cx="5349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30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330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Training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13 vulnerability categories with labeled Python samples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18CF8"/>
                </a:solidFill>
                <a:latin typeface="Calibri"/>
              </a:defRPr>
            </a:pPr>
            <a:r>
              <a:t>📂  Project Directory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🎨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frontend/</a:t>
            </a:r>
            <a:br/>
            <a:r>
              <a:t>├── src/</a:t>
            </a:r>
            <a:br/>
            <a:r>
              <a:t>│   ├── App.jsx              # Router &amp; state</a:t>
            </a:r>
            <a:br/>
            <a:r>
              <a:t>│   ├── index.css            # Global styles</a:t>
            </a:r>
            <a:br/>
            <a:r>
              <a:t>│   └── components/          # 15 components</a:t>
            </a:r>
            <a:br/>
            <a:r>
              <a:t>│       ├── CodeEditor.jsx</a:t>
            </a:r>
            <a:br/>
            <a:r>
              <a:t>│       ├── FileUpload.jsx</a:t>
            </a:r>
            <a:br/>
            <a:r>
              <a:t>│       ├── ResultsPanel.jsx</a:t>
            </a:r>
            <a:br/>
            <a:r>
              <a:t>│       ├── TraceVisualizer.jsx</a:t>
            </a:r>
            <a:br/>
            <a:r>
              <a:t>│       ├── FloatingChatBot.jsx</a:t>
            </a:r>
            <a:br/>
            <a:r>
              <a:t>│       ├── ReportsPage.jsx</a:t>
            </a:r>
            <a:br/>
            <a:r>
              <a:t>│       ├── SettingsPage.jsx</a:t>
            </a:r>
            <a:br/>
            <a:r>
              <a:t>│       ├── ProfilePage.jsx</a:t>
            </a:r>
            <a:br/>
            <a:r>
              <a:t>│       ├── LoginPage.jsx</a:t>
            </a:r>
            <a:br/>
            <a:r>
              <a:t>│       └── Dashboard.jsx</a:t>
            </a:r>
            <a:br/>
            <a:r>
              <a:t>└── vite.config.js           # Dev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53949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⚙️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backend/</a:t>
            </a:r>
            <a:br/>
            <a:r>
              <a:t>├── app/</a:t>
            </a:r>
            <a:br/>
            <a:r>
              <a:t>│   ├── main.py              # FastAPI entry</a:t>
            </a:r>
            <a:br/>
            <a:r>
              <a:t>│   ├── config.py            # Settings</a:t>
            </a:r>
            <a:br/>
            <a:r>
              <a:t>│   ├── api/                 # REST, WS, Chat</a:t>
            </a:r>
            <a:br/>
            <a:r>
              <a:t>│   ├── core/                # AST, graphs, taint</a:t>
            </a:r>
            <a:br/>
            <a:r>
              <a:t>│   ├── detectors/           # 9 vuln detectors</a:t>
            </a:r>
            <a:br/>
            <a:r>
              <a:t>│   ├── models/              # GNN + inference</a:t>
            </a:r>
            <a:br/>
            <a:r>
              <a:t>│   ├── explainability/      # Attention mapping</a:t>
            </a:r>
            <a:br/>
            <a:r>
              <a:t>│   ├── schemas/             # Pydantic models</a:t>
            </a:r>
            <a:br/>
            <a:r>
              <a:t>│   └── security/            # Auth, rate limit</a:t>
            </a:r>
            <a:br/>
            <a:r>
              <a:t>├── pretrained/              # Model weights</a:t>
            </a:r>
            <a:br/>
            <a:r>
              <a:t>├── data/                    # 13 vuln categories</a:t>
            </a:r>
            <a:br/>
            <a:r>
              <a:t>└── training/                # Training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1371600"/>
            <a:ext cx="3931920" cy="393192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0" y="20116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E2E8F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Python Vulnerability Detector —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